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>
        <p:scale>
          <a:sx n="50" d="100"/>
          <a:sy n="50" d="100"/>
        </p:scale>
        <p:origin x="-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01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49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86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08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65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905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47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14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12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022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D886A-ADC5-438F-9FC2-BCD3132B20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EF817-1D28-4CC3-8D52-7F64F048E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115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07323" y="43950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 smtClean="0"/>
              <a:t>Practical 1</a:t>
            </a:r>
          </a:p>
          <a:p>
            <a:pPr algn="ctr"/>
            <a:r>
              <a:rPr lang="en-US" b="1" dirty="0" smtClean="0"/>
              <a:t>Project Initiation, Requirement Analysis, Sitemap, Wireframe &amp; GitHub Setup</a:t>
            </a:r>
          </a:p>
          <a:p>
            <a:pPr algn="ctr"/>
            <a:r>
              <a:rPr lang="en-US" b="1" dirty="0" smtClean="0"/>
              <a:t>Duration:</a:t>
            </a:r>
            <a:r>
              <a:rPr lang="en-US" dirty="0" smtClean="0"/>
              <a:t> 4 Hours</a:t>
            </a:r>
          </a:p>
          <a:p>
            <a:pPr algn="ctr"/>
            <a:r>
              <a:rPr lang="en-US" b="1" dirty="0" smtClean="0"/>
              <a:t>Project Theme:</a:t>
            </a:r>
            <a:r>
              <a:rPr lang="en-US" dirty="0" smtClean="0"/>
              <a:t> </a:t>
            </a:r>
            <a:r>
              <a:rPr lang="en-US" dirty="0" err="1" smtClean="0"/>
              <a:t>StudentHub</a:t>
            </a:r>
            <a:r>
              <a:rPr lang="en-US" dirty="0" smtClean="0"/>
              <a:t> Portal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0984" y="236586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Learning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Understand the project requirement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Identify users of a website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Plan website pages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Create Sitemap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Create Low Fidelity Wireframe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Organize project folders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Create GitHub Repository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Write README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23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4907" y="694153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Introduction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Problem Understanding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Requirement Analysis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User Roles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Module Identification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Navigation Flow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Sitemap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Wireframe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Folder Structure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GitHub Repository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README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06411" y="228573"/>
            <a:ext cx="2023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Total Practical Flow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5931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4165" y="272534"/>
            <a:ext cx="2044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Project Explanation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524608" y="845883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A portal where</a:t>
            </a:r>
          </a:p>
          <a:p>
            <a:r>
              <a:rPr lang="en-US" b="1" dirty="0" smtClean="0"/>
              <a:t>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Login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View Attendance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View Timetable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Submit Assignments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View Notices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View Profile </a:t>
            </a:r>
          </a:p>
          <a:p>
            <a:endParaRPr lang="en-US" dirty="0" smtClean="0"/>
          </a:p>
          <a:p>
            <a:r>
              <a:rPr lang="en-US" b="1" dirty="0" smtClean="0"/>
              <a:t>Faculty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Upload Attendance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Upload Assignments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Upload Notices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View Student List </a:t>
            </a:r>
          </a:p>
          <a:p>
            <a:endParaRPr lang="en-US" dirty="0" smtClean="0"/>
          </a:p>
          <a:p>
            <a:r>
              <a:rPr lang="en-US" b="1" dirty="0" smtClean="0"/>
              <a:t>Admin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Manage Students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Manage Faculty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Manage Courses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Manage Departments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75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8669" y="210988"/>
            <a:ext cx="2260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smtClean="0"/>
              <a:t>Requirement Analysis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338669" y="808865"/>
            <a:ext cx="25746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Functional Requirements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1114770" y="1178197"/>
            <a:ext cx="2436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What system should do.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114770" y="154752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Example</a:t>
            </a:r>
          </a:p>
          <a:p>
            <a:r>
              <a:rPr lang="en-US" dirty="0" smtClean="0"/>
              <a:t>Student should login.</a:t>
            </a:r>
          </a:p>
          <a:p>
            <a:r>
              <a:rPr lang="en-US" dirty="0" smtClean="0"/>
              <a:t>Faculty should upload assignment.</a:t>
            </a:r>
          </a:p>
          <a:p>
            <a:r>
              <a:rPr lang="en-US" dirty="0" smtClean="0"/>
              <a:t>Admin should manage users.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338509" y="808865"/>
            <a:ext cx="3026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Non Functional Requirements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6338509" y="113203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Non Functional Requirements</a:t>
            </a:r>
          </a:p>
          <a:p>
            <a:r>
              <a:rPr lang="en-US" dirty="0" smtClean="0"/>
              <a:t>Quality requirements</a:t>
            </a:r>
          </a:p>
          <a:p>
            <a:r>
              <a:rPr lang="en-US" dirty="0" smtClean="0"/>
              <a:t>Example</a:t>
            </a:r>
          </a:p>
          <a:p>
            <a:r>
              <a:rPr lang="en-US" dirty="0" smtClean="0"/>
              <a:t>Website should load quickly.</a:t>
            </a:r>
          </a:p>
          <a:p>
            <a:r>
              <a:rPr lang="en-US" dirty="0" smtClean="0"/>
              <a:t>Responsive Design</a:t>
            </a:r>
          </a:p>
          <a:p>
            <a:r>
              <a:rPr lang="en-US" dirty="0" smtClean="0"/>
              <a:t>Secure Login</a:t>
            </a:r>
          </a:p>
          <a:p>
            <a:r>
              <a:rPr lang="en-US" dirty="0" smtClean="0"/>
              <a:t>Easy Navigation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507" y="3326602"/>
            <a:ext cx="5692633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3511" y="334080"/>
            <a:ext cx="1188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User Roles</a:t>
            </a:r>
            <a:endParaRPr lang="en-IN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901" y="938974"/>
            <a:ext cx="4872134" cy="21295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5285" y="351237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mtClean="0"/>
              <a:t>Student</a:t>
            </a:r>
          </a:p>
          <a:p>
            <a:r>
              <a:rPr lang="en-US" smtClean="0"/>
              <a:t>Can</a:t>
            </a:r>
          </a:p>
          <a:p>
            <a:r>
              <a:rPr lang="en-US" smtClean="0"/>
              <a:t>✔ Login</a:t>
            </a:r>
          </a:p>
          <a:p>
            <a:r>
              <a:rPr lang="en-US" smtClean="0"/>
              <a:t>✔ View Profile</a:t>
            </a:r>
          </a:p>
          <a:p>
            <a:r>
              <a:rPr lang="en-US" smtClean="0"/>
              <a:t>✔ Attendance</a:t>
            </a:r>
          </a:p>
          <a:p>
            <a:r>
              <a:rPr lang="en-US" smtClean="0"/>
              <a:t>✔ Assignment</a:t>
            </a:r>
          </a:p>
          <a:p>
            <a:r>
              <a:rPr lang="en-US" smtClean="0"/>
              <a:t>✔ Timetable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21623" y="351237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Faculty</a:t>
            </a:r>
          </a:p>
          <a:p>
            <a:r>
              <a:rPr lang="en-US" dirty="0" smtClean="0"/>
              <a:t>Can</a:t>
            </a:r>
          </a:p>
          <a:p>
            <a:r>
              <a:rPr lang="en-US" dirty="0" smtClean="0"/>
              <a:t>✔ Login</a:t>
            </a:r>
          </a:p>
          <a:p>
            <a:r>
              <a:rPr lang="en-US" dirty="0" smtClean="0"/>
              <a:t>✔ Upload Assignment</a:t>
            </a:r>
          </a:p>
          <a:p>
            <a:r>
              <a:rPr lang="en-US" dirty="0" smtClean="0"/>
              <a:t>✔ Upload Attendance</a:t>
            </a:r>
          </a:p>
          <a:p>
            <a:r>
              <a:rPr lang="en-US" dirty="0" smtClean="0"/>
              <a:t>✔ Add Notice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527430" y="351237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Admin</a:t>
            </a:r>
          </a:p>
          <a:p>
            <a:r>
              <a:rPr lang="en-US" dirty="0" smtClean="0"/>
              <a:t>Can</a:t>
            </a:r>
          </a:p>
          <a:p>
            <a:r>
              <a:rPr lang="en-US" dirty="0" smtClean="0"/>
              <a:t>✔ Manage Student</a:t>
            </a:r>
          </a:p>
          <a:p>
            <a:r>
              <a:rPr lang="en-US" dirty="0" smtClean="0"/>
              <a:t>✔ Manage Faculty</a:t>
            </a:r>
          </a:p>
          <a:p>
            <a:r>
              <a:rPr lang="en-US" dirty="0" smtClean="0"/>
              <a:t>✔ Manage Courses</a:t>
            </a:r>
          </a:p>
          <a:p>
            <a:r>
              <a:rPr lang="en-US" dirty="0" smtClean="0"/>
              <a:t>✔ Manage Departments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3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2189" y="316496"/>
            <a:ext cx="2006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Minimum 10 Pages</a:t>
            </a:r>
            <a:endParaRPr lang="en-IN" b="1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68" y="774697"/>
            <a:ext cx="5113463" cy="458763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882" y="965293"/>
            <a:ext cx="2095682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9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7493" y="993503"/>
            <a:ext cx="3253154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b="1" dirty="0" smtClean="0"/>
              <a:t>Home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↓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Login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↓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Dashboard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↓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Attendance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↓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Assignment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↓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Notice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↓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Profile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↓</a:t>
            </a:r>
            <a:br>
              <a:rPr lang="en-IN" sz="1200" b="1" dirty="0" smtClean="0"/>
            </a:br>
            <a:r>
              <a:rPr lang="en-IN" sz="1200" b="1" dirty="0" smtClean="0"/>
              <a:t/>
            </a:r>
            <a:br>
              <a:rPr lang="en-IN" sz="1200" b="1" dirty="0" smtClean="0"/>
            </a:br>
            <a:r>
              <a:rPr lang="en-IN" sz="1200" b="1" dirty="0" smtClean="0"/>
              <a:t>Logout</a:t>
            </a:r>
            <a:endParaRPr lang="en-IN" sz="1200" b="1" dirty="0"/>
          </a:p>
        </p:txBody>
      </p:sp>
      <p:sp>
        <p:nvSpPr>
          <p:cNvPr id="5" name="Rectangle 4"/>
          <p:cNvSpPr/>
          <p:nvPr/>
        </p:nvSpPr>
        <p:spPr>
          <a:xfrm>
            <a:off x="5272616" y="281327"/>
            <a:ext cx="1721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Navigation Flow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5272616" y="923164"/>
            <a:ext cx="562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URL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5272616" y="1292496"/>
            <a:ext cx="995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sp>
        <p:nvSpPr>
          <p:cNvPr id="8" name="Rectangle 7"/>
          <p:cNvSpPr/>
          <p:nvPr/>
        </p:nvSpPr>
        <p:spPr>
          <a:xfrm>
            <a:off x="5761211" y="1661828"/>
            <a:ext cx="4728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https://studenthub.com/dashboard/profile.html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5272616" y="2031160"/>
            <a:ext cx="670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Parts</a:t>
            </a:r>
            <a:endParaRPr lang="en-IN" b="1" dirty="0"/>
          </a:p>
        </p:txBody>
      </p:sp>
      <p:sp>
        <p:nvSpPr>
          <p:cNvPr id="10" name="Rectangle 9"/>
          <p:cNvSpPr/>
          <p:nvPr/>
        </p:nvSpPr>
        <p:spPr>
          <a:xfrm>
            <a:off x="5649160" y="2400492"/>
            <a:ext cx="986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Protocol</a:t>
            </a:r>
            <a:endParaRPr lang="en-IN" b="1" dirty="0"/>
          </a:p>
        </p:txBody>
      </p:sp>
      <p:sp>
        <p:nvSpPr>
          <p:cNvPr id="11" name="Rectangle 10"/>
          <p:cNvSpPr/>
          <p:nvPr/>
        </p:nvSpPr>
        <p:spPr>
          <a:xfrm>
            <a:off x="6844734" y="2400492"/>
            <a:ext cx="665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https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5649160" y="2954490"/>
            <a:ext cx="934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Domain</a:t>
            </a:r>
            <a:endParaRPr lang="en-IN" b="1" dirty="0"/>
          </a:p>
        </p:txBody>
      </p:sp>
      <p:sp>
        <p:nvSpPr>
          <p:cNvPr id="13" name="Rectangle 12"/>
          <p:cNvSpPr/>
          <p:nvPr/>
        </p:nvSpPr>
        <p:spPr>
          <a:xfrm>
            <a:off x="6844734" y="2954490"/>
            <a:ext cx="17297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studenthub.com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5649160" y="3508488"/>
            <a:ext cx="787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Folder</a:t>
            </a:r>
            <a:endParaRPr lang="en-IN" b="1" dirty="0"/>
          </a:p>
        </p:txBody>
      </p:sp>
      <p:sp>
        <p:nvSpPr>
          <p:cNvPr id="15" name="Rectangle 14"/>
          <p:cNvSpPr/>
          <p:nvPr/>
        </p:nvSpPr>
        <p:spPr>
          <a:xfrm>
            <a:off x="6844734" y="3508488"/>
            <a:ext cx="1181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dashboard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5653992" y="4062015"/>
            <a:ext cx="518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File</a:t>
            </a:r>
            <a:endParaRPr lang="en-IN" b="1" dirty="0"/>
          </a:p>
        </p:txBody>
      </p:sp>
      <p:sp>
        <p:nvSpPr>
          <p:cNvPr id="17" name="Rectangle 16"/>
          <p:cNvSpPr/>
          <p:nvPr/>
        </p:nvSpPr>
        <p:spPr>
          <a:xfrm>
            <a:off x="6844734" y="4062015"/>
            <a:ext cx="1288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profile.html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5150763" y="4615542"/>
            <a:ext cx="1464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Absolute URL</a:t>
            </a:r>
            <a:endParaRPr lang="en-IN" b="1" dirty="0"/>
          </a:p>
        </p:txBody>
      </p:sp>
      <p:sp>
        <p:nvSpPr>
          <p:cNvPr id="19" name="Rectangle 18"/>
          <p:cNvSpPr/>
          <p:nvPr/>
        </p:nvSpPr>
        <p:spPr>
          <a:xfrm>
            <a:off x="5150763" y="5257379"/>
            <a:ext cx="13840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Relative URL</a:t>
            </a:r>
            <a:endParaRPr lang="en-IN" b="1" dirty="0"/>
          </a:p>
        </p:txBody>
      </p:sp>
      <p:sp>
        <p:nvSpPr>
          <p:cNvPr id="20" name="Rectangle 19"/>
          <p:cNvSpPr/>
          <p:nvPr/>
        </p:nvSpPr>
        <p:spPr>
          <a:xfrm>
            <a:off x="6844734" y="4602712"/>
            <a:ext cx="3641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https://studenthub.com/profile.html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6819328" y="5257379"/>
            <a:ext cx="1288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profile.html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6819328" y="5626711"/>
            <a:ext cx="1954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../images/logo.png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19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01752" y="360457"/>
            <a:ext cx="967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Sitemap</a:t>
            </a:r>
            <a:endParaRPr lang="en-IN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886" y="1040247"/>
            <a:ext cx="3963405" cy="551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0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76" y="856771"/>
            <a:ext cx="6861470" cy="4691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0485" y="138320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Draw.io</a:t>
            </a:r>
          </a:p>
          <a:p>
            <a:r>
              <a:rPr lang="en-IN" dirty="0" err="1" smtClean="0"/>
              <a:t>Figma</a:t>
            </a:r>
            <a:endParaRPr lang="en-IN" dirty="0" smtClean="0"/>
          </a:p>
          <a:p>
            <a:r>
              <a:rPr lang="en-IN" dirty="0" smtClean="0"/>
              <a:t>PowerPoint</a:t>
            </a:r>
          </a:p>
          <a:p>
            <a:r>
              <a:rPr lang="en-IN" dirty="0" smtClean="0"/>
              <a:t>Paper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39076" y="2768198"/>
            <a:ext cx="1210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Wireframe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639076" y="3268118"/>
            <a:ext cx="3967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Wireframe is the skeleton of a webpage.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39076" y="358905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No Colors</a:t>
            </a:r>
          </a:p>
          <a:p>
            <a:r>
              <a:rPr lang="en-US" dirty="0" smtClean="0"/>
              <a:t>No Images</a:t>
            </a:r>
          </a:p>
          <a:p>
            <a:r>
              <a:rPr lang="en-US" dirty="0" smtClean="0"/>
              <a:t>Only Layout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20485" y="921538"/>
            <a:ext cx="1694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can make this in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4819676" y="400007"/>
            <a:ext cx="2128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Example Home Page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4534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6158" y="483549"/>
            <a:ext cx="1222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Dashboard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58" y="941780"/>
            <a:ext cx="5189670" cy="39017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24246" y="94178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Students can create</a:t>
            </a:r>
          </a:p>
          <a:p>
            <a:r>
              <a:rPr lang="en-US" dirty="0" smtClean="0"/>
              <a:t>Paper</a:t>
            </a:r>
          </a:p>
          <a:p>
            <a:r>
              <a:rPr lang="en-US" dirty="0" smtClean="0"/>
              <a:t>Draw.io</a:t>
            </a:r>
          </a:p>
          <a:p>
            <a:r>
              <a:rPr lang="en-US" dirty="0" err="1" smtClean="0"/>
              <a:t>Figma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83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3361" y="140649"/>
            <a:ext cx="2459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Project Folder Structure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3133319" y="140649"/>
            <a:ext cx="6096000" cy="66018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900" dirty="0" err="1" smtClean="0"/>
              <a:t>StudentHub</a:t>
            </a:r>
            <a:r>
              <a:rPr lang="en-IN" sz="900" dirty="0" smtClean="0"/>
              <a:t>/</a:t>
            </a:r>
          </a:p>
          <a:p>
            <a:endParaRPr lang="en-IN" sz="900" dirty="0" smtClean="0"/>
          </a:p>
          <a:p>
            <a:r>
              <a:rPr lang="en-IN" sz="900" dirty="0" smtClean="0"/>
              <a:t>│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index.html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login.html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register.html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dashboard.html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profile.html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attendance.html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assignment.html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notice.html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timetable.html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contact.html</a:t>
            </a:r>
          </a:p>
          <a:p>
            <a:endParaRPr lang="en-IN" sz="900" dirty="0" smtClean="0"/>
          </a:p>
          <a:p>
            <a:r>
              <a:rPr lang="en-IN" sz="900" dirty="0" smtClean="0"/>
              <a:t>│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</a:t>
            </a:r>
            <a:r>
              <a:rPr lang="en-IN" sz="900" dirty="0" err="1" smtClean="0"/>
              <a:t>css</a:t>
            </a:r>
            <a:r>
              <a:rPr lang="en-IN" sz="900" dirty="0" smtClean="0"/>
              <a:t>/</a:t>
            </a:r>
          </a:p>
          <a:p>
            <a:endParaRPr lang="en-IN" sz="900" dirty="0" smtClean="0"/>
          </a:p>
          <a:p>
            <a:r>
              <a:rPr lang="en-IN" sz="900" dirty="0" smtClean="0"/>
              <a:t>│      style.css</a:t>
            </a:r>
          </a:p>
          <a:p>
            <a:endParaRPr lang="en-IN" sz="900" dirty="0" smtClean="0"/>
          </a:p>
          <a:p>
            <a:r>
              <a:rPr lang="en-IN" sz="900" dirty="0" smtClean="0"/>
              <a:t>│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</a:t>
            </a:r>
            <a:r>
              <a:rPr lang="en-IN" sz="900" dirty="0" err="1" smtClean="0"/>
              <a:t>js</a:t>
            </a:r>
            <a:r>
              <a:rPr lang="en-IN" sz="900" dirty="0" smtClean="0"/>
              <a:t>/</a:t>
            </a:r>
          </a:p>
          <a:p>
            <a:endParaRPr lang="en-IN" sz="900" dirty="0" smtClean="0"/>
          </a:p>
          <a:p>
            <a:r>
              <a:rPr lang="en-IN" sz="900" dirty="0" smtClean="0"/>
              <a:t>│      script.js</a:t>
            </a:r>
          </a:p>
          <a:p>
            <a:endParaRPr lang="en-IN" sz="900" dirty="0" smtClean="0"/>
          </a:p>
          <a:p>
            <a:r>
              <a:rPr lang="en-IN" sz="900" dirty="0" smtClean="0"/>
              <a:t>│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images/</a:t>
            </a:r>
          </a:p>
          <a:p>
            <a:endParaRPr lang="en-IN" sz="900" dirty="0" smtClean="0"/>
          </a:p>
          <a:p>
            <a:r>
              <a:rPr lang="en-IN" sz="900" dirty="0" smtClean="0"/>
              <a:t>│</a:t>
            </a:r>
          </a:p>
          <a:p>
            <a:endParaRPr lang="en-IN" sz="900" dirty="0" smtClean="0"/>
          </a:p>
          <a:p>
            <a:r>
              <a:rPr lang="en-IN" sz="900" dirty="0" smtClean="0"/>
              <a:t>├── assets/</a:t>
            </a:r>
          </a:p>
          <a:p>
            <a:endParaRPr lang="en-IN" sz="900" dirty="0" smtClean="0"/>
          </a:p>
          <a:p>
            <a:r>
              <a:rPr lang="en-IN" sz="900" dirty="0" smtClean="0"/>
              <a:t>│</a:t>
            </a:r>
          </a:p>
          <a:p>
            <a:endParaRPr lang="en-IN" sz="900" dirty="0" smtClean="0"/>
          </a:p>
          <a:p>
            <a:r>
              <a:rPr lang="en-IN" sz="900" dirty="0" smtClean="0"/>
              <a:t>└── README.md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71135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3814" y="219780"/>
            <a:ext cx="1395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README.md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2599593" y="140777"/>
            <a:ext cx="6096000" cy="67172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050" smtClean="0"/>
              <a:t># StudentHub Portal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## Project Description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StudentHub is a web application developed for students and faculty.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## Team Members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ABC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XYZ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## Technologies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HTML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CSS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JavaScript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## Pages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Home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Login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Dashboard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Attendance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Assignment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Notice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Profile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Contact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## GitHub Repository</a:t>
            </a:r>
            <a:br>
              <a:rPr lang="en-IN" sz="1050" smtClean="0"/>
            </a:br>
            <a:r>
              <a:rPr lang="en-IN" sz="1050" smtClean="0"/>
              <a:t/>
            </a:r>
            <a:br>
              <a:rPr lang="en-IN" sz="1050" smtClean="0"/>
            </a:br>
            <a:r>
              <a:rPr lang="en-IN" sz="1050" smtClean="0"/>
              <a:t>(Link)</a:t>
            </a:r>
            <a:endParaRPr lang="en-IN" sz="1050" dirty="0"/>
          </a:p>
        </p:txBody>
      </p:sp>
      <p:sp>
        <p:nvSpPr>
          <p:cNvPr id="6" name="Rectangle 5"/>
          <p:cNvSpPr/>
          <p:nvPr/>
        </p:nvSpPr>
        <p:spPr>
          <a:xfrm>
            <a:off x="7921383" y="140777"/>
            <a:ext cx="1943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GitHub Repository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7921383" y="835241"/>
            <a:ext cx="1354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What is Git?</a:t>
            </a:r>
            <a:endParaRPr lang="en-IN" b="1" dirty="0"/>
          </a:p>
        </p:txBody>
      </p:sp>
      <p:sp>
        <p:nvSpPr>
          <p:cNvPr id="8" name="Rectangle 7"/>
          <p:cNvSpPr/>
          <p:nvPr/>
        </p:nvSpPr>
        <p:spPr>
          <a:xfrm>
            <a:off x="7921383" y="1204573"/>
            <a:ext cx="234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Version Control System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7921383" y="1714371"/>
            <a:ext cx="1747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What is GitHub?</a:t>
            </a:r>
            <a:endParaRPr lang="en-IN" b="1" dirty="0"/>
          </a:p>
        </p:txBody>
      </p:sp>
      <p:sp>
        <p:nvSpPr>
          <p:cNvPr id="10" name="Rectangle 9"/>
          <p:cNvSpPr/>
          <p:nvPr/>
        </p:nvSpPr>
        <p:spPr>
          <a:xfrm>
            <a:off x="7921383" y="2224169"/>
            <a:ext cx="1784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Cloud Repository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7921383" y="268128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Difference</a:t>
            </a:r>
          </a:p>
          <a:p>
            <a:r>
              <a:rPr lang="en-IN" dirty="0" smtClean="0"/>
              <a:t>Git → Software</a:t>
            </a:r>
          </a:p>
          <a:p>
            <a:r>
              <a:rPr lang="en-IN" dirty="0" smtClean="0"/>
              <a:t>GitHub → Website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47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4840" y="29460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Create Repository</a:t>
            </a:r>
          </a:p>
          <a:p>
            <a:r>
              <a:rPr lang="en-US" dirty="0" err="1" smtClean="0"/>
              <a:t>StudentHub</a:t>
            </a:r>
            <a:endParaRPr lang="en-US" dirty="0" smtClean="0"/>
          </a:p>
          <a:p>
            <a:r>
              <a:rPr lang="en-US" dirty="0" smtClean="0"/>
              <a:t>Public</a:t>
            </a:r>
          </a:p>
          <a:p>
            <a:r>
              <a:rPr lang="en-US" dirty="0" smtClean="0"/>
              <a:t>Add README</a:t>
            </a:r>
          </a:p>
          <a:p>
            <a:r>
              <a:rPr lang="en-US" dirty="0" smtClean="0"/>
              <a:t>Create Repository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4840" y="1897817"/>
            <a:ext cx="1807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Clone Repository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707136" y="2267149"/>
            <a:ext cx="1409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git clone URL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24840" y="2821147"/>
            <a:ext cx="1403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First Commit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707136" y="319047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/>
              <a:t>git</a:t>
            </a:r>
            <a:r>
              <a:rPr lang="en-US" dirty="0" smtClean="0"/>
              <a:t> add 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git</a:t>
            </a:r>
            <a:r>
              <a:rPr lang="en-US" dirty="0" smtClean="0"/>
              <a:t> commit -m "Initial Project Setup"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git</a:t>
            </a:r>
            <a:r>
              <a:rPr lang="en-US" dirty="0" smtClean="0"/>
              <a:t> push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707136" y="4824264"/>
            <a:ext cx="2633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 commit is a checkpoint.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5970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9631" y="150938"/>
            <a:ext cx="2563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Create the Project Folder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631" y="520270"/>
            <a:ext cx="1311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/>
              <a:t>StudentHub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69631" y="987517"/>
            <a:ext cx="202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Open it in VS Code: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800910" y="135684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File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Open Folder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StudentHub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269631" y="2892545"/>
            <a:ext cx="2848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Create the Project Structure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0" y="3320245"/>
            <a:ext cx="2339543" cy="337595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63333" y="150938"/>
            <a:ext cx="1627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/>
              <a:t>Write the Code</a:t>
            </a:r>
            <a:endParaRPr lang="en-IN" b="1" dirty="0"/>
          </a:p>
        </p:txBody>
      </p:sp>
      <p:sp>
        <p:nvSpPr>
          <p:cNvPr id="13" name="Rectangle 12"/>
          <p:cNvSpPr/>
          <p:nvPr/>
        </p:nvSpPr>
        <p:spPr>
          <a:xfrm>
            <a:off x="4163333" y="7136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Type or Paste </a:t>
            </a:r>
            <a:r>
              <a:rPr lang="en-US" dirty="0"/>
              <a:t>the HTML, CSS, and JavaScript code into the respective files.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4163333" y="1553311"/>
            <a:ext cx="2590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Save everything (</a:t>
            </a:r>
            <a:r>
              <a:rPr lang="en-IN" b="1" dirty="0"/>
              <a:t>Ctrl + S</a:t>
            </a:r>
            <a:r>
              <a:rPr lang="en-IN" dirty="0"/>
              <a:t>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3333" y="2115998"/>
            <a:ext cx="279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Run the Website in VS Code</a:t>
            </a:r>
            <a:endParaRPr lang="en-IN" dirty="0"/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4140634" y="3202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the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Server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index.html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Right-click inside the editor.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with Live Server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browser will open something like: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5130" y="4192704"/>
            <a:ext cx="3313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http://127.0.0.1:5500/index.html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8156" y="4538114"/>
            <a:ext cx="386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1341" y="4823555"/>
            <a:ext cx="2281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http://localhost:5500/</a:t>
            </a:r>
          </a:p>
        </p:txBody>
      </p:sp>
    </p:spTree>
    <p:extLst>
      <p:ext uri="{BB962C8B-B14F-4D97-AF65-F5344CB8AC3E}">
        <p14:creationId xmlns:p14="http://schemas.microsoft.com/office/powerpoint/2010/main" val="252896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6427" y="150939"/>
            <a:ext cx="1098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Install 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427" y="63500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Verify </a:t>
            </a:r>
            <a:r>
              <a:rPr lang="en-US" dirty="0" err="1"/>
              <a:t>Git</a:t>
            </a:r>
            <a:r>
              <a:rPr lang="en-US" dirty="0"/>
              <a:t> installation by opening the VS Code terminal (</a:t>
            </a:r>
            <a:r>
              <a:rPr lang="en-US" b="1" dirty="0"/>
              <a:t>Terminal → New Terminal</a:t>
            </a:r>
            <a:r>
              <a:rPr lang="en-US" dirty="0"/>
              <a:t>) and running: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56427" y="1396078"/>
            <a:ext cx="12973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--version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427" y="1880148"/>
            <a:ext cx="1766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Example output: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427" y="2249480"/>
            <a:ext cx="1792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version 2.50.1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383728" y="2803478"/>
            <a:ext cx="3075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Configure </a:t>
            </a:r>
            <a:r>
              <a:rPr lang="en-US" b="1" dirty="0" err="1"/>
              <a:t>Git</a:t>
            </a:r>
            <a:r>
              <a:rPr lang="en-US" b="1" dirty="0"/>
              <a:t> (First Time Only)</a:t>
            </a:r>
            <a:endParaRPr lang="en-IN" b="1" dirty="0"/>
          </a:p>
        </p:txBody>
      </p:sp>
      <p:sp>
        <p:nvSpPr>
          <p:cNvPr id="10" name="Rectangle 9"/>
          <p:cNvSpPr/>
          <p:nvPr/>
        </p:nvSpPr>
        <p:spPr>
          <a:xfrm>
            <a:off x="356427" y="3287548"/>
            <a:ext cx="4106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</a:t>
            </a:r>
            <a:r>
              <a:rPr lang="en-IN" dirty="0" err="1"/>
              <a:t>config</a:t>
            </a:r>
            <a:r>
              <a:rPr lang="en-IN" dirty="0"/>
              <a:t> --global user.name "Your Name"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427" y="3771618"/>
            <a:ext cx="5174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git config --global user.email "youremail@gmail.com"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356427" y="4333108"/>
            <a:ext cx="25154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Check the configuration: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427" y="4750677"/>
            <a:ext cx="1510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</a:t>
            </a:r>
            <a:r>
              <a:rPr lang="en-IN" dirty="0" err="1"/>
              <a:t>config</a:t>
            </a:r>
            <a:r>
              <a:rPr lang="en-IN" dirty="0"/>
              <a:t> --list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211" y="5254444"/>
            <a:ext cx="1326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smtClean="0"/>
              <a:t>Initialize Git</a:t>
            </a:r>
            <a:endParaRPr lang="en-IN" b="1" dirty="0"/>
          </a:p>
        </p:txBody>
      </p:sp>
      <p:sp>
        <p:nvSpPr>
          <p:cNvPr id="15" name="Rectangle 14"/>
          <p:cNvSpPr/>
          <p:nvPr/>
        </p:nvSpPr>
        <p:spPr>
          <a:xfrm>
            <a:off x="356427" y="5623776"/>
            <a:ext cx="780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init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9449" y="5962492"/>
            <a:ext cx="934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449" y="6350878"/>
            <a:ext cx="3083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Initialized empty Git repository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2723" y="150939"/>
            <a:ext cx="1735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Check Git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2723" y="588842"/>
            <a:ext cx="1034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2723" y="1055527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Add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2723" y="1550994"/>
            <a:ext cx="1327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Add all files: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2723" y="2086250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add 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2723" y="2581717"/>
            <a:ext cx="1974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Check status again: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2723" y="3023666"/>
            <a:ext cx="1034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2723" y="3421340"/>
            <a:ext cx="2513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Now the files are </a:t>
            </a:r>
            <a:r>
              <a:rPr lang="en-US" b="1" dirty="0"/>
              <a:t>staged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26" name="Rectangle 25"/>
          <p:cNvSpPr/>
          <p:nvPr/>
        </p:nvSpPr>
        <p:spPr>
          <a:xfrm>
            <a:off x="7042723" y="3955237"/>
            <a:ext cx="2449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Create the First Commit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67660" y="4381345"/>
            <a:ext cx="3560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commit -m "Initial project setup"</a:t>
            </a:r>
          </a:p>
        </p:txBody>
      </p:sp>
    </p:spTree>
    <p:extLst>
      <p:ext uri="{BB962C8B-B14F-4D97-AF65-F5344CB8AC3E}">
        <p14:creationId xmlns:p14="http://schemas.microsoft.com/office/powerpoint/2010/main" val="321724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6657" y="277398"/>
            <a:ext cx="2783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Create a 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298" y="894945"/>
            <a:ext cx="58365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Log in to GitHub: </a:t>
            </a:r>
            <a:r>
              <a:rPr lang="en-IN" dirty="0"/>
              <a:t>Go to </a:t>
            </a:r>
            <a:r>
              <a:rPr lang="en-IN" b="1" dirty="0">
                <a:hlinkClick r:id="rId2"/>
              </a:rPr>
              <a:t>https://github.com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Click New Repository</a:t>
            </a:r>
          </a:p>
          <a:p>
            <a:pPr marL="342900" indent="-342900">
              <a:buAutoNum type="arabicPeriod"/>
            </a:pPr>
            <a:r>
              <a:rPr lang="en-US" dirty="0" smtClean="0"/>
              <a:t>Repository Name: </a:t>
            </a:r>
            <a:r>
              <a:rPr lang="en-US" dirty="0" err="1" smtClean="0"/>
              <a:t>StudentHub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Choose pubic, Do not select README, .</a:t>
            </a:r>
            <a:r>
              <a:rPr lang="en-US" dirty="0" err="1" smtClean="0"/>
              <a:t>gitignore</a:t>
            </a:r>
            <a:r>
              <a:rPr lang="en-US" dirty="0" smtClean="0"/>
              <a:t>, </a:t>
            </a:r>
            <a:r>
              <a:rPr lang="en-US" dirty="0" err="1" smtClean="0"/>
              <a:t>licence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Click create repository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632298" y="244435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rgbClr val="FF0000"/>
                </a:solidFill>
              </a:rPr>
              <a:t> initialize it with a README if you've already created one locally.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2298" y="3162766"/>
            <a:ext cx="3220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Connect Local Project to GitHub</a:t>
            </a:r>
            <a:endParaRPr lang="en-IN" b="1" dirty="0"/>
          </a:p>
        </p:txBody>
      </p:sp>
      <p:sp>
        <p:nvSpPr>
          <p:cNvPr id="11" name="Rectangle 10"/>
          <p:cNvSpPr/>
          <p:nvPr/>
        </p:nvSpPr>
        <p:spPr>
          <a:xfrm>
            <a:off x="632298" y="3604179"/>
            <a:ext cx="3999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GitHub will display commands similar to: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643323" y="3847691"/>
            <a:ext cx="657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git remote add origin https://github.com/username/StudentHub.git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32298" y="4217663"/>
            <a:ext cx="21339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 the remote:</a:t>
            </a:r>
            <a:endParaRPr kumimoji="0" lang="en-US" altLang="en-US" sz="1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2298" y="4604697"/>
            <a:ext cx="1392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remote -v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298" y="5066362"/>
            <a:ext cx="1747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Push the Project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28082" y="557394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Rename the branch to 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082" y="5765946"/>
            <a:ext cx="1968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branch -M 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83804" y="99033"/>
            <a:ext cx="1812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Push the project: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83804" y="586522"/>
            <a:ext cx="2291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push -u origin main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3804" y="1202470"/>
            <a:ext cx="2268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mtClean="0"/>
              <a:t>Your Git currently has: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8783804" y="1710057"/>
            <a:ext cx="2627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/>
              <a:t>init.defaultbranch</a:t>
            </a:r>
            <a:r>
              <a:rPr lang="en-IN" dirty="0"/>
              <a:t>=master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7217923" y="2327679"/>
            <a:ext cx="507517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Today,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uses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as the default branch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avoid confusion recommend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default branch once: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6218" y="3280765"/>
            <a:ext cx="40638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</a:t>
            </a:r>
            <a:r>
              <a:rPr lang="en-IN" dirty="0" err="1"/>
              <a:t>config</a:t>
            </a:r>
            <a:r>
              <a:rPr lang="en-IN" dirty="0"/>
              <a:t> --global </a:t>
            </a:r>
            <a:r>
              <a:rPr lang="en-IN" dirty="0" err="1"/>
              <a:t>init.defaultBranch</a:t>
            </a:r>
            <a:r>
              <a:rPr lang="en-IN" dirty="0"/>
              <a:t> main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6218" y="3741537"/>
            <a:ext cx="974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Verify it: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30535" y="4186600"/>
            <a:ext cx="3541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</a:t>
            </a:r>
            <a:r>
              <a:rPr lang="en-IN" dirty="0" err="1"/>
              <a:t>config</a:t>
            </a:r>
            <a:r>
              <a:rPr lang="en-IN" dirty="0"/>
              <a:t> --global </a:t>
            </a:r>
            <a:r>
              <a:rPr lang="en-IN" dirty="0" err="1"/>
              <a:t>init.defaultBranch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7941618" y="4647372"/>
            <a:ext cx="918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Output: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69799" y="4881696"/>
            <a:ext cx="654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251106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1090" y="364947"/>
            <a:ext cx="2954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Open your GitHub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1090" y="88561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Open the </a:t>
            </a:r>
            <a:r>
              <a:rPr lang="en-US" b="1" dirty="0"/>
              <a:t>SH</a:t>
            </a:r>
            <a:r>
              <a:rPr lang="en-US" dirty="0"/>
              <a:t> repository in your browser.</a:t>
            </a:r>
          </a:p>
          <a:p>
            <a:r>
              <a:rPr lang="en-US" dirty="0"/>
              <a:t>Click the green </a:t>
            </a:r>
            <a:r>
              <a:rPr lang="en-US" b="1" dirty="0"/>
              <a:t>Code</a:t>
            </a:r>
            <a:r>
              <a:rPr lang="en-US" dirty="0"/>
              <a:t> button and copy the </a:t>
            </a:r>
            <a:r>
              <a:rPr lang="en-US" b="1" dirty="0"/>
              <a:t>HTTPS</a:t>
            </a:r>
            <a:r>
              <a:rPr lang="en-US" dirty="0"/>
              <a:t> URL.</a:t>
            </a:r>
          </a:p>
          <a:p>
            <a:r>
              <a:rPr lang="en-US" dirty="0"/>
              <a:t>It will look similar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1090" y="1808945"/>
            <a:ext cx="5238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https://github.com/&lt;your-username&gt;/</a:t>
            </a:r>
            <a:r>
              <a:rPr lang="en-IN" dirty="0" smtClean="0"/>
              <a:t>StudentHub.git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451090" y="2362943"/>
            <a:ext cx="3667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Connect your local project to GitHub</a:t>
            </a:r>
            <a:endParaRPr lang="en-IN" b="1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51090" y="291694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your VS Code terminal, type: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1089" y="3193940"/>
            <a:ext cx="6367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git remote add origin https://github.com/&lt;your-username&gt;/SH.git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1089" y="3834448"/>
            <a:ext cx="6692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remote add origin https://</a:t>
            </a:r>
            <a:r>
              <a:rPr lang="en-IN" dirty="0" smtClean="0"/>
              <a:t>github.com/dhavalpatel/StudentHub.git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550543" y="3470939"/>
            <a:ext cx="1039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Example: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40" y="4368912"/>
            <a:ext cx="18693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Verify the remote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40" y="4822604"/>
            <a:ext cx="1392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remote -v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090" y="559611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mtClean="0"/>
              <a:t>origin  https://github.com/dhavalpatel/SH.git (fetch)</a:t>
            </a:r>
          </a:p>
          <a:p>
            <a:r>
              <a:rPr lang="en-IN" smtClean="0"/>
              <a:t>origin  https://github.com/dhavalpatel/SH.git (push)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576040" y="5191936"/>
            <a:ext cx="1824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Expected output:</a:t>
            </a: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7957226" y="4038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Rename your branch to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7023371" y="8856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repository is currently on the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master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branch. Rename it: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96790" y="1097152"/>
            <a:ext cx="1968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branch -M 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52570" y="1436542"/>
            <a:ext cx="809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Check: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40103" y="1775932"/>
            <a:ext cx="1034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2714" y="2270610"/>
            <a:ext cx="1070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Now </a:t>
            </a:r>
            <a:r>
              <a:rPr lang="en-IN" b="1" dirty="0"/>
              <a:t>see: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7226" y="272781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On branch main</a:t>
            </a:r>
          </a:p>
          <a:p>
            <a:r>
              <a:rPr lang="en-IN" dirty="0"/>
              <a:t>nothing to commit, working tree clean</a:t>
            </a:r>
          </a:p>
        </p:txBody>
      </p:sp>
    </p:spTree>
    <p:extLst>
      <p:ext uri="{BB962C8B-B14F-4D97-AF65-F5344CB8AC3E}">
        <p14:creationId xmlns:p14="http://schemas.microsoft.com/office/powerpoint/2010/main" val="225735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4035" y="219032"/>
            <a:ext cx="2731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Push the project to GitHub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404035" y="734598"/>
            <a:ext cx="2291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push -u origin 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4035" y="125016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first time</a:t>
            </a:r>
            <a:r>
              <a:rPr lang="en-US" dirty="0"/>
              <a:t>, </a:t>
            </a:r>
            <a:r>
              <a:rPr lang="en-US" dirty="0" err="1"/>
              <a:t>Git</a:t>
            </a:r>
            <a:r>
              <a:rPr lang="en-US" dirty="0"/>
              <a:t> may ask you to sign 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Choose </a:t>
            </a:r>
            <a:r>
              <a:rPr lang="en-US" b="1" dirty="0"/>
              <a:t>Sign in with your browser</a:t>
            </a:r>
            <a:r>
              <a:rPr lang="en-US" dirty="0"/>
              <a:t> if prompted.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 in with your GitHub account.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Authorize </a:t>
            </a:r>
            <a:r>
              <a:rPr lang="en-US" dirty="0" err="1"/>
              <a:t>Git</a:t>
            </a:r>
            <a:r>
              <a:rPr lang="en-US" dirty="0"/>
              <a:t>. </a:t>
            </a:r>
          </a:p>
          <a:p>
            <a:r>
              <a:rPr lang="en-US" b="1" dirty="0"/>
              <a:t>After a successful push, you'll see output similar 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404035" y="272749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Enumerating objects...</a:t>
            </a:r>
          </a:p>
          <a:p>
            <a:r>
              <a:rPr lang="en-IN" dirty="0"/>
              <a:t>Counting objects...</a:t>
            </a:r>
          </a:p>
          <a:p>
            <a:r>
              <a:rPr lang="en-IN" dirty="0"/>
              <a:t>Writing objects...</a:t>
            </a:r>
          </a:p>
          <a:p>
            <a:r>
              <a:rPr lang="en-IN" dirty="0"/>
              <a:t>To https://github.com/yourusername/SH.git</a:t>
            </a:r>
          </a:p>
          <a:p>
            <a:r>
              <a:rPr lang="en-IN" dirty="0"/>
              <a:t> * [new branch]      main -&gt; main</a:t>
            </a:r>
          </a:p>
          <a:p>
            <a:r>
              <a:rPr lang="en-IN" dirty="0"/>
              <a:t>Branch 'main' set up to track remote branch 'main' from 'origin'.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035" y="49054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Refresh your GitHub repository page, and your project files should appear.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8230807" y="219032"/>
            <a:ext cx="17753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Verify on GitHub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2486" y="734598"/>
            <a:ext cx="22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Open your repository: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9564" y="1137817"/>
            <a:ext cx="4783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https://</a:t>
            </a:r>
            <a:r>
              <a:rPr lang="en-IN" dirty="0" smtClean="0"/>
              <a:t>github.com/erdhavalpatel29/StudentHub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702" y="2311400"/>
            <a:ext cx="1638442" cy="1310754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519481" y="1804162"/>
            <a:ext cx="23051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should now see:</a:t>
            </a:r>
          </a:p>
        </p:txBody>
      </p:sp>
    </p:spTree>
    <p:extLst>
      <p:ext uri="{BB962C8B-B14F-4D97-AF65-F5344CB8AC3E}">
        <p14:creationId xmlns:p14="http://schemas.microsoft.com/office/powerpoint/2010/main" val="284995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9592" y="160666"/>
            <a:ext cx="3644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Deploy Your Website (GitHub Pages)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619592" y="8392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Step 1</a:t>
            </a:r>
          </a:p>
          <a:p>
            <a:r>
              <a:rPr lang="en-US" dirty="0"/>
              <a:t>Open your repository.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592" y="147174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Step 2</a:t>
            </a:r>
          </a:p>
          <a:p>
            <a:r>
              <a:rPr lang="en-IN" dirty="0" smtClean="0"/>
              <a:t>Click settings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19592" y="211807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Step 3</a:t>
            </a:r>
          </a:p>
          <a:p>
            <a:r>
              <a:rPr lang="en-US" dirty="0"/>
              <a:t>From the left menu click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592" y="2750535"/>
            <a:ext cx="721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592" y="311986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Step 4</a:t>
            </a:r>
          </a:p>
          <a:p>
            <a:r>
              <a:rPr lang="en-US" dirty="0"/>
              <a:t>Under </a:t>
            </a:r>
            <a:r>
              <a:rPr lang="en-US" b="1" dirty="0"/>
              <a:t>Build and deployment</a:t>
            </a:r>
            <a:endParaRPr lang="en-US" dirty="0"/>
          </a:p>
          <a:p>
            <a:r>
              <a:rPr lang="en-US" dirty="0"/>
              <a:t>Choose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592" y="404319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Source</a:t>
            </a:r>
          </a:p>
          <a:p>
            <a:endParaRPr lang="en-IN" dirty="0"/>
          </a:p>
          <a:p>
            <a:r>
              <a:rPr lang="en-IN" dirty="0"/>
              <a:t>Deploy from a branch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592" y="501612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Step 5</a:t>
            </a:r>
          </a:p>
          <a:p>
            <a:r>
              <a:rPr lang="en-IN" dirty="0"/>
              <a:t>Select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592" y="555489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Branch</a:t>
            </a:r>
          </a:p>
          <a:p>
            <a:endParaRPr lang="en-IN" dirty="0"/>
          </a:p>
          <a:p>
            <a:r>
              <a:rPr lang="en-IN" dirty="0"/>
              <a:t>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022" y="735073"/>
            <a:ext cx="779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Folder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1029" y="1300955"/>
            <a:ext cx="865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/ (root)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718" y="1839005"/>
            <a:ext cx="615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Click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718" y="2192389"/>
            <a:ext cx="614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Save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4936" y="28180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Step 6</a:t>
            </a:r>
          </a:p>
          <a:p>
            <a:r>
              <a:rPr lang="en-US" dirty="0"/>
              <a:t>Wait for about </a:t>
            </a:r>
            <a:r>
              <a:rPr lang="en-US" b="1" dirty="0"/>
              <a:t>1–2 minutes</a:t>
            </a:r>
            <a:r>
              <a:rPr lang="en-US" dirty="0"/>
              <a:t>.</a:t>
            </a:r>
          </a:p>
          <a:p>
            <a:r>
              <a:rPr lang="en-US" dirty="0"/>
              <a:t>Refresh the </a:t>
            </a:r>
            <a:r>
              <a:rPr lang="en-US" b="1" dirty="0"/>
              <a:t>Pages</a:t>
            </a:r>
            <a:r>
              <a:rPr lang="en-US" dirty="0"/>
              <a:t> section.</a:t>
            </a:r>
          </a:p>
          <a:p>
            <a:r>
              <a:rPr lang="en-US" dirty="0"/>
              <a:t>You'll get a URL similar to: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51158" y="4344993"/>
            <a:ext cx="4620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https://</a:t>
            </a:r>
            <a:r>
              <a:rPr lang="en-IN" dirty="0" smtClean="0"/>
              <a:t>erdhavalpatel29.github.io/StudentHub/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5646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63246" y="335764"/>
            <a:ext cx="2891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Workflow for Every Practical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611680" y="812419"/>
            <a:ext cx="1034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8423" y="1289074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add 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6969" y="1765729"/>
            <a:ext cx="3783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commit -m "Completed Practical 2"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3231" y="2135061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116281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1021</Words>
  <Application>Microsoft Office PowerPoint</Application>
  <PresentationFormat>Widescreen</PresentationFormat>
  <Paragraphs>318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CHARUSAT</dc:creator>
  <cp:lastModifiedBy>CHARUSAT</cp:lastModifiedBy>
  <cp:revision>13</cp:revision>
  <dcterms:created xsi:type="dcterms:W3CDTF">2026-07-05T16:18:55Z</dcterms:created>
  <dcterms:modified xsi:type="dcterms:W3CDTF">2026-07-06T10:48:24Z</dcterms:modified>
</cp:coreProperties>
</file>